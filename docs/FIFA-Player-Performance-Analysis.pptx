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erriweather" panose="00000500000000000000" pitchFamily="2" charset="0"/>
      <p:regular r:id="rId19"/>
    </p:embeddedFont>
    <p:embeddedFont>
      <p:font typeface="Merriweather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3" d="100"/>
          <a:sy n="103" d="100"/>
        </p:scale>
        <p:origin x="8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9086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
to this presentation on FIFA Player Performance Analysis. We'll explore how data science can unlock key insights into player performance, strategy, and talent identification.
My name is [Your Name], and I'm excited to share our findings and recommendations with you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B.Tec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Relationship Id="rId9" Type="http://schemas.openxmlformats.org/officeDocument/2006/relationships/image" Target="../media/image3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845269"/>
            <a:ext cx="8064252" cy="1330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FIFA Player Performance Analysis 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539874" y="2407146"/>
            <a:ext cx="8521452" cy="308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Rahul Naik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39874" y="2624254"/>
            <a:ext cx="8521452" cy="511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Sports Anlystics Portfolio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9874" y="2839844"/>
            <a:ext cx="8064252" cy="1038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u="sng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B.Tech</a:t>
            </a: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CSE |  Data Analyst Aspirant | SQL Developer 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PostgreSQL . SQL . Git . GitHub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9874" y="4051474"/>
            <a:ext cx="8521452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00968"/>
            <a:ext cx="8064252" cy="46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FIFA Player Performance Analysis using SQL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9874" y="1315844"/>
            <a:ext cx="8064252" cy="4155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data-driven exploration of player performance, market value, and club strategies using </a:t>
            </a:r>
            <a:r>
              <a:rPr lang="en-US" sz="1150" b="1" dirty="0">
                <a:solidFill>
                  <a:srgbClr val="F5A3A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PostgreSQL &amp; SQL</a:t>
            </a: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simulating real-world sports analytics scenarios.</a:t>
            </a:r>
            <a:endParaRPr lang="en-US" sz="115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project includes:</a:t>
            </a:r>
            <a:endParaRPr lang="en-US" sz="115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Loading and exploring the dataset</a:t>
            </a:r>
            <a:endParaRPr lang="en-US" sz="115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Performing Exploratory Data Analysis (EDA)</a:t>
            </a:r>
            <a:endParaRPr lang="en-US" sz="115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Cleaning and validating data</a:t>
            </a:r>
            <a:endParaRPr lang="en-US" sz="115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Running analytical SQL queries in PostgreSQL</a:t>
            </a:r>
            <a:endParaRPr lang="en-US" sz="115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Creating a detailed project report</a:t>
            </a:r>
            <a:endParaRPr lang="en-US" sz="11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Designing a presentation using Gamma AI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67841"/>
            <a:ext cx="8064252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9874" y="1109960"/>
            <a:ext cx="8064252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dataset covers </a:t>
            </a:r>
            <a:r>
              <a:rPr lang="en-US" sz="10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2,800 rows and 16 columns </a:t>
            </a: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across 7 clubs, 8 nationalities, and 9 positions — used to analyze performance, transfer decisions, and club strategies.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9874" y="1698724"/>
            <a:ext cx="3960912" cy="43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2800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9874" y="2287860"/>
            <a:ext cx="3960912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Total Players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43140" y="1698724"/>
            <a:ext cx="3960986" cy="43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643140" y="2287860"/>
            <a:ext cx="396098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Total Clubs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874" y="2789039"/>
            <a:ext cx="3960912" cy="43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39874" y="3378175"/>
            <a:ext cx="3960912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Average 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43140" y="2789039"/>
            <a:ext cx="3960986" cy="43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76.87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43140" y="3378175"/>
            <a:ext cx="396098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Avg Overall Rating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874" y="3879354"/>
            <a:ext cx="3960912" cy="43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€90.57M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39874" y="4468490"/>
            <a:ext cx="3960912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Avg Market Value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3140" y="3879354"/>
            <a:ext cx="3960986" cy="43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24.1%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43140" y="4468490"/>
            <a:ext cx="396098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Injury-Prone Players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30485"/>
            <a:ext cx="8064252" cy="308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 &amp; Project Workflow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39874" y="897508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 &amp; Technologies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39874" y="1123131"/>
            <a:ext cx="1924124" cy="914251"/>
          </a:xfrm>
          <a:prstGeom prst="roundRect">
            <a:avLst>
              <a:gd name="adj" fmla="val 454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458" y="1226716"/>
            <a:ext cx="296466" cy="296466"/>
          </a:xfrm>
          <a:prstGeom prst="ellipse">
            <a:avLst/>
          </a:prstGeom>
          <a:solidFill>
            <a:srgbClr val="609D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016" y="1308199"/>
            <a:ext cx="133350" cy="1333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3458" y="1586433"/>
            <a:ext cx="171695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3458" y="1804095"/>
            <a:ext cx="1716956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Database management &amp; analysis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527250" y="1123131"/>
            <a:ext cx="1924199" cy="914251"/>
          </a:xfrm>
          <a:prstGeom prst="roundRect">
            <a:avLst>
              <a:gd name="adj" fmla="val 454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30835" y="1226716"/>
            <a:ext cx="296466" cy="296466"/>
          </a:xfrm>
          <a:prstGeom prst="ellipse">
            <a:avLst/>
          </a:prstGeom>
          <a:solidFill>
            <a:srgbClr val="609D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2393" y="1308199"/>
            <a:ext cx="133350" cy="1333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30835" y="1586433"/>
            <a:ext cx="1717030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630835" y="1804095"/>
            <a:ext cx="1717030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querying &amp; business analysis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539874" y="2100635"/>
            <a:ext cx="1924124" cy="914251"/>
          </a:xfrm>
          <a:prstGeom prst="roundRect">
            <a:avLst>
              <a:gd name="adj" fmla="val 454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3458" y="2204219"/>
            <a:ext cx="296466" cy="296466"/>
          </a:xfrm>
          <a:prstGeom prst="ellipse">
            <a:avLst/>
          </a:prstGeom>
          <a:solidFill>
            <a:srgbClr val="609D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016" y="2285702"/>
            <a:ext cx="133350" cy="133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458" y="2563937"/>
            <a:ext cx="171695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Gamma AI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43458" y="2781598"/>
            <a:ext cx="1716956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Presentation &amp; storytelling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2527250" y="2100635"/>
            <a:ext cx="1924199" cy="914251"/>
          </a:xfrm>
          <a:prstGeom prst="roundRect">
            <a:avLst>
              <a:gd name="adj" fmla="val 454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630835" y="2204219"/>
            <a:ext cx="296466" cy="296466"/>
          </a:xfrm>
          <a:prstGeom prst="ellipse">
            <a:avLst/>
          </a:prstGeom>
          <a:solidFill>
            <a:srgbClr val="609D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2393" y="2285702"/>
            <a:ext cx="133350" cy="1333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630835" y="2563937"/>
            <a:ext cx="1717030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Git &amp; GitHub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2630835" y="2781598"/>
            <a:ext cx="1717030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Version control &amp; hosting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4697313" y="897508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Workflow</a:t>
            </a:r>
            <a:endParaRPr lang="en-US" sz="9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7313" y="1135484"/>
            <a:ext cx="98822" cy="9882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697313" y="1276796"/>
            <a:ext cx="3911575" cy="14288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27" name="Text 20"/>
          <p:cNvSpPr/>
          <p:nvPr/>
        </p:nvSpPr>
        <p:spPr>
          <a:xfrm>
            <a:off x="4697313" y="1354782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Loading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697313" y="1572444"/>
            <a:ext cx="3911575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 CSV into PostgreSQL</a:t>
            </a:r>
            <a:endParaRPr lang="en-US" sz="7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7313" y="1851868"/>
            <a:ext cx="98822" cy="9882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4697313" y="1993181"/>
            <a:ext cx="3911575" cy="14288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31" name="Text 23"/>
          <p:cNvSpPr/>
          <p:nvPr/>
        </p:nvSpPr>
        <p:spPr>
          <a:xfrm>
            <a:off x="4697313" y="2071167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EDA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4697313" y="2288828"/>
            <a:ext cx="3911575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Explore structure &amp; distributions</a:t>
            </a:r>
            <a:endParaRPr lang="en-US" sz="75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7313" y="2568253"/>
            <a:ext cx="98822" cy="9882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4697313" y="2709565"/>
            <a:ext cx="3911575" cy="14288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35" name="Text 26"/>
          <p:cNvSpPr/>
          <p:nvPr/>
        </p:nvSpPr>
        <p:spPr>
          <a:xfrm>
            <a:off x="4697313" y="2787551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Cleaning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4697313" y="3005212"/>
            <a:ext cx="3911575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Validate &amp; verify quality</a:t>
            </a:r>
            <a:endParaRPr lang="en-US" sz="75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7313" y="3284637"/>
            <a:ext cx="98822" cy="9882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4697313" y="3425949"/>
            <a:ext cx="3911575" cy="14288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39" name="Text 29"/>
          <p:cNvSpPr/>
          <p:nvPr/>
        </p:nvSpPr>
        <p:spPr>
          <a:xfrm>
            <a:off x="4697313" y="3503935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SQL Analysis</a:t>
            </a:r>
            <a:endParaRPr lang="en-US" sz="950" dirty="0"/>
          </a:p>
        </p:txBody>
      </p:sp>
      <p:sp>
        <p:nvSpPr>
          <p:cNvPr id="40" name="Text 30"/>
          <p:cNvSpPr/>
          <p:nvPr/>
        </p:nvSpPr>
        <p:spPr>
          <a:xfrm>
            <a:off x="4697313" y="3721596"/>
            <a:ext cx="3911575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Answer business questions</a:t>
            </a:r>
            <a:endParaRPr lang="en-US" sz="75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7313" y="4001021"/>
            <a:ext cx="98822" cy="98822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4697313" y="4142333"/>
            <a:ext cx="3911575" cy="14288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43" name="Text 32"/>
          <p:cNvSpPr/>
          <p:nvPr/>
        </p:nvSpPr>
        <p:spPr>
          <a:xfrm>
            <a:off x="4697313" y="4220319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Reporting &amp; Presentation</a:t>
            </a:r>
            <a:endParaRPr lang="en-US" sz="950" dirty="0"/>
          </a:p>
        </p:txBody>
      </p:sp>
      <p:sp>
        <p:nvSpPr>
          <p:cNvPr id="44" name="Text 33"/>
          <p:cNvSpPr/>
          <p:nvPr/>
        </p:nvSpPr>
        <p:spPr>
          <a:xfrm>
            <a:off x="4697313" y="4437980"/>
            <a:ext cx="3911575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Summarize findings &amp; insights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235"/>
            <a:ext cx="8064252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SQL Concepts Implemented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39874" y="757684"/>
            <a:ext cx="3938067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project applied the full spectrum of SQL — from basic aggregations to advanced window functions — to answer real-world football analytics questions across performance, transfers, and club strategy.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986210"/>
            <a:ext cx="3938067" cy="39380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70822" y="1274787"/>
            <a:ext cx="3938067" cy="14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Example SQL Concepts by Category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0822" y="1462757"/>
            <a:ext cx="3938067" cy="9570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7440" y="1742182"/>
            <a:ext cx="3764831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Basic Analysis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757440" y="1901279"/>
            <a:ext cx="3764831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SELECT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WHERE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GROUP BY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COUNT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SUM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AVG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4757440" y="2028527"/>
            <a:ext cx="376483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Filter match or player records</a:t>
            </a:r>
            <a:endParaRPr lang="en-US" sz="6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Summarize goals, assists, and appearances</a:t>
            </a:r>
            <a:endParaRPr lang="en-US" sz="6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Compare averages across clubs or seasons</a:t>
            </a:r>
            <a:endParaRPr lang="en-US" sz="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0822" y="2458343"/>
            <a:ext cx="3938067" cy="9570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57440" y="2737768"/>
            <a:ext cx="3764831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Advanced SQL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4757440" y="2896865"/>
            <a:ext cx="3764831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RANK()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ROW_NUMBER()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DENSE_RANK()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WITH CTEs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Subqueries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CASE WHEN</a:t>
            </a:r>
            <a:endParaRPr lang="en-US" sz="600" dirty="0"/>
          </a:p>
        </p:txBody>
      </p:sp>
      <p:sp>
        <p:nvSpPr>
          <p:cNvPr id="13" name="Text 8"/>
          <p:cNvSpPr/>
          <p:nvPr/>
        </p:nvSpPr>
        <p:spPr>
          <a:xfrm>
            <a:off x="4757440" y="3024113"/>
            <a:ext cx="376483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Rank players by performance metrics</a:t>
            </a:r>
            <a:endParaRPr lang="en-US" sz="6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Build reusable query steps with CTEs</a:t>
            </a:r>
            <a:endParaRPr lang="en-US" sz="6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Create conditional logic for categories and insights</a:t>
            </a:r>
            <a:endParaRPr lang="en-US" sz="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0822" y="3453929"/>
            <a:ext cx="3938067" cy="95703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57440" y="3733354"/>
            <a:ext cx="3764831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Management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4757440" y="3892451"/>
            <a:ext cx="3764831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CREATE TABLE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PRIMARY KEY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FOREIGN KEY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Types</a:t>
            </a:r>
            <a:endParaRPr lang="en-US" sz="600" dirty="0"/>
          </a:p>
        </p:txBody>
      </p:sp>
      <p:sp>
        <p:nvSpPr>
          <p:cNvPr id="17" name="Text 11"/>
          <p:cNvSpPr/>
          <p:nvPr/>
        </p:nvSpPr>
        <p:spPr>
          <a:xfrm>
            <a:off x="4757440" y="4019699"/>
            <a:ext cx="376483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Design structured tables for analysis</a:t>
            </a:r>
            <a:endParaRPr lang="en-US" sz="6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Maintain relationships between datasets</a:t>
            </a:r>
            <a:endParaRPr lang="en-US" sz="6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 the right field types for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42168"/>
            <a:ext cx="8064252" cy="46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Sample SQL Queries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1126331"/>
            <a:ext cx="3959721" cy="18337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4547" y="1294805"/>
            <a:ext cx="3546574" cy="23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1.Player Categorize (CASE)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84547" y="1615083"/>
            <a:ext cx="3546574" cy="1176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Classifies players as Elite/Good/Avg/Poor by rating, Superstar/World Class/Valuable/Budget Player by market value, and Young/Prime/Veteran by age — three CASE statements in one query.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4330" y="1126331"/>
            <a:ext cx="3959796" cy="18337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89004" y="1294805"/>
            <a:ext cx="3546649" cy="466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2.Most Expensive per Position (Subquery)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889004" y="1848520"/>
            <a:ext cx="3546649" cy="470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Uses a correlated subquery to find the highest-valued player in each playing position.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74" y="3104778"/>
            <a:ext cx="3959721" cy="15965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4547" y="3273251"/>
            <a:ext cx="3546574" cy="23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3.Potential Gap Analysis (CTE)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784547" y="3593529"/>
            <a:ext cx="3546574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CTE calculates (potential − overall) gap; outer query identifies players with the largest improvement room.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4330" y="3104778"/>
            <a:ext cx="3959796" cy="15965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89004" y="3273251"/>
            <a:ext cx="3546649" cy="466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4.Top Scorers per Club (Window Function)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4889004" y="3826966"/>
            <a:ext cx="3546649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ROW_NUMBER() OVER(PARTITION BY club ORDER BY goals DESC) ranks players to find top 2 scorers per club.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69106"/>
            <a:ext cx="8064252" cy="286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Sample SQL Query </a:t>
            </a:r>
            <a:r>
              <a:rPr lang="en-US" sz="1800" dirty="0" err="1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Exceution</a:t>
            </a:r>
            <a:r>
              <a:rPr lang="en-US" sz="1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Output  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9874" y="885751"/>
            <a:ext cx="4543351" cy="116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 Player Categorization (CASE)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54" y="1063675"/>
            <a:ext cx="3473245" cy="16897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54178" y="885751"/>
            <a:ext cx="4211836" cy="116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2. Most Expensive per Position (Subquery)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178" y="1063675"/>
            <a:ext cx="3473245" cy="1689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874" y="2753469"/>
            <a:ext cx="8521452" cy="116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39874" y="2980283"/>
            <a:ext cx="4543351" cy="116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 Potential Gap Analysis (CTE)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53" y="3158207"/>
            <a:ext cx="3591234" cy="17456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54178" y="2980283"/>
            <a:ext cx="4211836" cy="116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4. Top Scorers per Club (Window Function)</a:t>
            </a:r>
            <a:endParaRPr lang="en-US" sz="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329" y="3158207"/>
            <a:ext cx="3429000" cy="17456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70743"/>
            <a:ext cx="8064252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Questions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1020663"/>
            <a:ext cx="295275" cy="295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874" y="1428973"/>
            <a:ext cx="397557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Clubs with total market value above €30000 million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8480" y="1020663"/>
            <a:ext cx="295275" cy="2952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28480" y="1428973"/>
            <a:ext cx="3975646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Players more valuable than the average player in the club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874" y="1978893"/>
            <a:ext cx="295275" cy="2952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9874" y="2387203"/>
            <a:ext cx="397557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Most expensive player in each playing position</a:t>
            </a:r>
            <a:endParaRPr lang="en-US" sz="11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8480" y="1978893"/>
            <a:ext cx="295275" cy="2952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28480" y="2387203"/>
            <a:ext cx="3975646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Players with the largest gap between potential and overall rating</a:t>
            </a:r>
            <a:endParaRPr lang="en-US" sz="11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874" y="2937123"/>
            <a:ext cx="295275" cy="2952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39874" y="3345433"/>
            <a:ext cx="3975571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Clubs with average market value greater than €90 million</a:t>
            </a:r>
            <a:endParaRPr lang="en-US" sz="11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8480" y="2937123"/>
            <a:ext cx="295275" cy="2952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628480" y="3345433"/>
            <a:ext cx="3975646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Clubs spending more than €200 million on injury-prone players</a:t>
            </a:r>
            <a:endParaRPr lang="en-US" sz="11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9874" y="3895353"/>
            <a:ext cx="295275" cy="29527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9874" y="4303663"/>
            <a:ext cx="397557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Second highest-rated player in each club</a:t>
            </a:r>
            <a:endParaRPr lang="en-US" sz="115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8480" y="3895353"/>
            <a:ext cx="295275" cy="29527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628480" y="4303663"/>
            <a:ext cx="3975646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Players whose market value is higher than the previous player in their club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98004"/>
            <a:ext cx="8064252" cy="48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9874" y="1488579"/>
            <a:ext cx="2585219" cy="1648048"/>
          </a:xfrm>
          <a:prstGeom prst="roundRect">
            <a:avLst>
              <a:gd name="adj" fmla="val 3932"/>
            </a:avLst>
          </a:prstGeom>
          <a:solidFill>
            <a:srgbClr val="003180"/>
          </a:solidFill>
          <a:ln w="9525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3659" y="1652364"/>
            <a:ext cx="2257648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📈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Young Talent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03659" y="1985814"/>
            <a:ext cx="2257648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Young players show the highest improvement potential — early signing maximizes ROI.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79353" y="1488579"/>
            <a:ext cx="2585219" cy="1648048"/>
          </a:xfrm>
          <a:prstGeom prst="roundRect">
            <a:avLst>
              <a:gd name="adj" fmla="val 3932"/>
            </a:avLst>
          </a:prstGeom>
          <a:solidFill>
            <a:srgbClr val="003180"/>
          </a:solidFill>
          <a:ln w="9525">
            <a:solidFill>
              <a:srgbClr val="194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3139" y="1652364"/>
            <a:ext cx="2257648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💰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Undervalued Gems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43139" y="1985814"/>
            <a:ext cx="2257648" cy="740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Several high-performing players are undervalued in the transfer market.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18833" y="1488579"/>
            <a:ext cx="2585219" cy="1648048"/>
          </a:xfrm>
          <a:prstGeom prst="roundRect">
            <a:avLst>
              <a:gd name="adj" fmla="val 3932"/>
            </a:avLst>
          </a:prstGeom>
          <a:solidFill>
            <a:srgbClr val="003180"/>
          </a:solidFill>
          <a:ln w="9525">
            <a:solidFill>
              <a:srgbClr val="194A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2618" y="1652364"/>
            <a:ext cx="2257648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⚠️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Injury Risk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82618" y="1985814"/>
            <a:ext cx="2257648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Injury-prone players represent significant financial risk; some clubs invest heavily in them.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874" y="3290888"/>
            <a:ext cx="3954959" cy="1154534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9525">
            <a:solidFill>
              <a:srgbClr val="194A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659" y="3454673"/>
            <a:ext cx="3627388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📄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Contract Risk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3659" y="3788122"/>
            <a:ext cx="3627388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Players nearing contract expiration increase transfer risk and reduce asset value.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49093" y="3290888"/>
            <a:ext cx="3954959" cy="1154534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9525">
            <a:solidFill>
              <a:srgbClr val="194A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2878" y="3454673"/>
            <a:ext cx="3627388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🎯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Efficiency Metrics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12878" y="3788122"/>
            <a:ext cx="3627388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Goals per 90 minutes reveal hidden high-impact performers beyond total goals.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95077"/>
            <a:ext cx="8064252" cy="436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39874" y="1185342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262" y="1237729"/>
            <a:ext cx="209699" cy="2096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1075" y="1233339"/>
            <a:ext cx="2141265" cy="43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🎯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Scout High-Potential Youth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81075" y="1746126"/>
            <a:ext cx="2141265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Sign players with large improvement gaps before their value rises.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80693" y="1185342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3080" y="1237729"/>
            <a:ext cx="209699" cy="2096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21894" y="1233339"/>
            <a:ext cx="2141339" cy="43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🔎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Target Undervalued Players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721894" y="1746126"/>
            <a:ext cx="2141339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Data-driven scouting improves squad quality while controlling spend.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21586" y="1185342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3973" y="1237729"/>
            <a:ext cx="209699" cy="2096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2787" y="1233339"/>
            <a:ext cx="2141339" cy="43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🛡️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Reduce Injury-Risk Investment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462787" y="1746126"/>
            <a:ext cx="2141339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Factor injury history into transfer decisions; limit budget allocation to high-risk players.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39874" y="2639095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2262" y="2691482"/>
            <a:ext cx="209699" cy="2096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1075" y="2687092"/>
            <a:ext cx="2141265" cy="43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🤝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Renew Key Contracts Early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981075" y="3199879"/>
            <a:ext cx="2141265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Prioritize players with &lt;1 year left to protect club assets.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80693" y="2639095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33080" y="2691482"/>
            <a:ext cx="209699" cy="20969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721894" y="2687092"/>
            <a:ext cx="2141339" cy="218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📊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Use Efficiency Metrics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3721894" y="2981474"/>
            <a:ext cx="2141339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Evaluate using goals/assists per 90 min for fair starter vs. substitute comparison.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021586" y="2639095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73973" y="2691482"/>
            <a:ext cx="209699" cy="20969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62787" y="2687092"/>
            <a:ext cx="2141339" cy="43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👥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Build Balanced Squads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6462787" y="3199879"/>
            <a:ext cx="2141339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Depth over star dependency improves long-term competitiveness.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539874" y="4092848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2262" y="4145235"/>
            <a:ext cx="209699" cy="209699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81075" y="4140845"/>
            <a:ext cx="7623051" cy="218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🧠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Analytics for Transfers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981075" y="4435227"/>
            <a:ext cx="762305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Combine ratings, value, age, potential &amp; injury history to reduce transfer risk.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77589"/>
            <a:ext cx="8064252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Structure &amp; How to Run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9874" y="1176635"/>
            <a:ext cx="3870424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Repository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874" y="1511871"/>
            <a:ext cx="3870424" cy="3025825"/>
          </a:xfrm>
          <a:prstGeom prst="roundRect">
            <a:avLst>
              <a:gd name="adj" fmla="val 1840"/>
            </a:avLst>
          </a:prstGeom>
          <a:solidFill>
            <a:srgbClr val="162227"/>
          </a:solidFill>
          <a:ln/>
        </p:spPr>
      </p:sp>
      <p:sp>
        <p:nvSpPr>
          <p:cNvPr id="5" name="Shape 3"/>
          <p:cNvSpPr/>
          <p:nvPr/>
        </p:nvSpPr>
        <p:spPr>
          <a:xfrm>
            <a:off x="533251" y="1511871"/>
            <a:ext cx="3883670" cy="3025825"/>
          </a:xfrm>
          <a:prstGeom prst="roundRect">
            <a:avLst>
              <a:gd name="adj" fmla="val 657"/>
            </a:avLst>
          </a:prstGeom>
          <a:solidFill>
            <a:srgbClr val="162227"/>
          </a:solidFill>
          <a:ln/>
        </p:spPr>
      </p:sp>
      <p:sp>
        <p:nvSpPr>
          <p:cNvPr id="6" name="Text 4"/>
          <p:cNvSpPr/>
          <p:nvPr/>
        </p:nvSpPr>
        <p:spPr>
          <a:xfrm>
            <a:off x="698897" y="1644402"/>
            <a:ext cx="3552379" cy="2760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fifa-player-performance-analysis-sql/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dataset/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fifa_player_performance_analysis.csv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sql_queries/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player_analysis.sql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data_cleaning.sql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eda.sql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business_questions.sql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advanced_queries.sql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FIFA_Player_Performance_Analysis_Report.pdf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FIFA_Player_Performance_Analysis_Presentation.pdf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8464" y="1176635"/>
            <a:ext cx="3870424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Steps to Run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8173" y="1518493"/>
            <a:ext cx="198834" cy="1988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69247" y="1511871"/>
            <a:ext cx="343964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Clone the repo from GitHub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8173" y="2150641"/>
            <a:ext cx="198834" cy="1988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9247" y="2144018"/>
            <a:ext cx="343964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Open PostgreSQL and create a new database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8173" y="2782788"/>
            <a:ext cx="198834" cy="1988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9247" y="2776165"/>
            <a:ext cx="343964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 the CSV dataset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8173" y="3414936"/>
            <a:ext cx="198834" cy="19883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69247" y="3408313"/>
            <a:ext cx="343964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Execute the SQL scripts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88173" y="4047083"/>
            <a:ext cx="198834" cy="19883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69247" y="4040460"/>
            <a:ext cx="343964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Review insights, report &amp;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59135"/>
            <a:ext cx="8064252" cy="451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 &amp; What's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874" y="1114425"/>
            <a:ext cx="8064252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project demonstrated how </a:t>
            </a:r>
            <a:r>
              <a:rPr lang="en-US" sz="1100" b="1" dirty="0">
                <a:solidFill>
                  <a:srgbClr val="F5A3A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SQL &amp; PostgreSQL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can drive real-world football analytics — from scouting and transfers to contract management and squad planning.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9874" y="1715319"/>
            <a:ext cx="8064252" cy="2968972"/>
          </a:xfrm>
          <a:prstGeom prst="roundRect">
            <a:avLst>
              <a:gd name="adj" fmla="val 2046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637" y="1720081"/>
            <a:ext cx="4027363" cy="2959447"/>
          </a:xfrm>
          <a:prstGeom prst="rect">
            <a:avLst/>
          </a:prstGeom>
          <a:solidFill>
            <a:srgbClr val="003180"/>
          </a:solidFill>
          <a:ln/>
        </p:spPr>
      </p:sp>
      <p:sp>
        <p:nvSpPr>
          <p:cNvPr id="6" name="Text 4"/>
          <p:cNvSpPr/>
          <p:nvPr/>
        </p:nvSpPr>
        <p:spPr>
          <a:xfrm>
            <a:off x="689223" y="1864668"/>
            <a:ext cx="3738190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Skills Demonstrated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9223" y="2171923"/>
            <a:ext cx="3738190" cy="236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SQL. 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PostgreSQL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EDA.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Cleaning.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Window Functions.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CTEs.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Analysis.</a:t>
            </a:r>
            <a:endParaRPr lang="en-US" sz="11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Storytelling.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720081"/>
            <a:ext cx="4027363" cy="2959447"/>
          </a:xfrm>
          <a:prstGeom prst="rect">
            <a:avLst/>
          </a:prstGeom>
          <a:solidFill>
            <a:srgbClr val="00318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720081"/>
            <a:ext cx="19050" cy="2959447"/>
          </a:xfrm>
          <a:prstGeom prst="roundRect">
            <a:avLst>
              <a:gd name="adj" fmla="val 318864"/>
            </a:avLst>
          </a:prstGeom>
          <a:solidFill>
            <a:srgbClr val="194A99"/>
          </a:solidFill>
          <a:ln/>
        </p:spPr>
      </p:sp>
      <p:sp>
        <p:nvSpPr>
          <p:cNvPr id="10" name="Text 8"/>
          <p:cNvSpPr/>
          <p:nvPr/>
        </p:nvSpPr>
        <p:spPr>
          <a:xfrm>
            <a:off x="4716587" y="1864668"/>
            <a:ext cx="3738190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Roadmap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16587" y="2171923"/>
            <a:ext cx="3738190" cy="175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 automation.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Power BI dashboards.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ML predictive models.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Expanded datasets.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Automated ETL pipelines.</a:t>
            </a:r>
            <a:endParaRPr lang="en-US" sz="11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Scouting recommendation system.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609D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1066</Words>
  <Application>Microsoft Office PowerPoint</Application>
  <PresentationFormat>On-screen Show (16:9)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Merriweather</vt:lpstr>
      <vt:lpstr>Merriweather Bold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lastModifiedBy>sunny manoj</cp:lastModifiedBy>
  <cp:revision>5</cp:revision>
  <dcterms:created xsi:type="dcterms:W3CDTF">2026-07-12T08:18:01Z</dcterms:created>
  <dcterms:modified xsi:type="dcterms:W3CDTF">2026-07-12T09:55:03Z</dcterms:modified>
</cp:coreProperties>
</file>